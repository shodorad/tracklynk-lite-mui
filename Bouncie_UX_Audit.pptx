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74320"/>
            <a:ext cx="1463040" cy="1463040"/>
          </a:xfrm>
          <a:prstGeom prst="ellipse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GPS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AUDIT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48716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Experience Gaps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TrackLynk Advantage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20116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COMPETITIVE UX ANALYSIS  ·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709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on experience — not on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310896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201168" cy="3108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“We’re not trying to compete on a feature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technical perspective. We are solely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competing on UX usability.”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Lam Huynh, Project Lead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4069080"/>
            <a:ext cx="219456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0690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Does it look good?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4069080"/>
            <a:ext cx="219456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40690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Is it easy to use?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4069080"/>
            <a:ext cx="2194560" cy="713232"/>
          </a:xfrm>
          <a:prstGeom prst="rect">
            <a:avLst/>
          </a:prstGeom>
          <a:solidFill>
            <a:srgbClr val="111827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40690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Is it easy to buy?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 OF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REVIEWED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807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353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353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form, Face ID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8288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Onboarding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828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entry, IMEI scan, vehicle setup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Payment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23042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+ billing 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0720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7797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2779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view, speed band overlay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8269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History &amp; Detail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255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stats, speed, fuel, habits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5818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3730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Creation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97480" y="37307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Geo-zone setup &amp; alert config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3367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4206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206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impact, curfew controls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987552"/>
            <a:ext cx="384048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COVERED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1517904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1517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9824" y="1481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 screen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74920" y="1993392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49824" y="195681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list view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74920" y="2468880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49824" y="24323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/ alert inbox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74920" y="294436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9824" y="29077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config detail screens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074920" y="3419856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49824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trip list (history scroll)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74920" y="3895344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49824" y="3858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Fleet-specific management view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Onboarding Context Switch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874520" cy="3383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tender-youthful-darwin/mnt/Tracklynk-lite/Boucie screenshots/IMG_93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1874520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04288" y="2633472"/>
            <a:ext cx="5029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1760" y="25420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31136" y="2788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Mid-flow switch!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1874520" cy="3383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/sessions/tender-youthful-darwin/mnt/Tracklynk-lite/Boucie screenshots/IMG_93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005840"/>
            <a:ext cx="1874520" cy="3383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4407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BROWSER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40680" y="100584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40680" y="1005840"/>
            <a:ext cx="33832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77840" y="1133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577840" y="1463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drops users from the native app into a mobile browser at the most critical moment — device validation and payment — breaking trust and flow continuity.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77840" y="2578608"/>
            <a:ext cx="30632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77840" y="270662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577840" y="30175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Users lose the native navigation &amp; back gestures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577840" y="34015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Browser header + address bar erodes trust at payment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577840" y="37856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cohesive visual identity during checkout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40680" y="4187952"/>
            <a:ext cx="3383280" cy="201168"/>
          </a:xfrm>
          <a:prstGeom prst="rect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40680" y="4187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  ·   Directly impacts conversion rate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Fleet Onboarding Wizard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874520" cy="33832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tender-youthful-darwin/mnt/Tracklynk-lite/Boucie screenshots/IMG_93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05840"/>
            <a:ext cx="187452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187952"/>
            <a:ext cx="1874520" cy="292608"/>
          </a:xfrm>
          <a:prstGeom prst="rect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1879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at a time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10058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005840"/>
            <a:ext cx="27432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1133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TODAY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51760" y="15910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51760" y="1591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962656" y="15361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Single-device setup only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51760" y="20482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962656" y="19933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bulk VIN / IMEI import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651760" y="25054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51760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962656" y="24505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assignment (manager vs driver)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51760" y="29626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51760" y="2962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62656" y="29077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 profile or grouping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51760" y="34198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51760" y="3419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962656" y="33649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geofence creation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651760" y="3877056"/>
            <a:ext cx="219456" cy="21945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51760" y="3877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962656" y="382219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setup for every device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40680" y="1005840"/>
            <a:ext cx="3383280" cy="33832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40680" y="1005840"/>
            <a:ext cx="3383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77840" y="11338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OPPORTUNITY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77840" y="160934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77840" y="1609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888736" y="1554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multi-vehicle setup wizard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577840" y="208483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88736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IMEI/VIN import (CSV or scan)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577840" y="256032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25603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88736" y="2505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Manager, Driver, Viewer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577840" y="30358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0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888736" y="2980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geofence templates on setup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577840" y="351129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77840" y="3511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888736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grouping with one-tap monitoring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440680" y="4187952"/>
            <a:ext cx="3383280" cy="201168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40680" y="4187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   ·   Fleet persona is completely unserved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Circles-Only Geofencing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only supports circular geofences. Real-world sites — warehouses, depots, parking lots, customer premises — are never circles. Circles leave dead zones or over-extend coverage in every direction.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169164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(circles only)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9808" y="3090672"/>
            <a:ext cx="1188720" cy="914400"/>
          </a:xfrm>
          <a:prstGeom prst="ellipse">
            <a:avLst/>
          </a:prstGeom>
          <a:solidFill>
            <a:srgbClr val="E63946">
              <a:alpha val="25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697480"/>
            <a:ext cx="1691640" cy="1463040"/>
          </a:xfrm>
          <a:prstGeom prst="rect">
            <a:avLst/>
          </a:prstGeom>
          <a:solidFill>
            <a:srgbClr val="E0F2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6974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polygons)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 rot="900000">
            <a:off x="2542032" y="3127248"/>
            <a:ext cx="1371600" cy="658368"/>
          </a:xfrm>
          <a:prstGeom prst="rect">
            <a:avLst/>
          </a:prstGeom>
          <a:solidFill>
            <a:srgbClr val="0D9488">
              <a:alpha val="3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6451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  ·   Fleet persona, site-based businesses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0584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IMPACT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28032" y="1536192"/>
            <a:ext cx="3822192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accurately fence a depot or yard — circle always spills over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8032" y="2496312"/>
            <a:ext cx="3822192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5511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8072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zone circles cover neighboring streets, triggering false alerts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3456432"/>
            <a:ext cx="3822192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112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767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define irregular customer site boundaries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42062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setup UI also lacks polygon drawing tools, resize handles, or snap-to-road. Users have no precision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Fragmented Trip Data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87552"/>
            <a:ext cx="26974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155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vs Events Tabs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data is split across 2 tabs with no explanation of what 'Events' means. Users must hunt for information rather than seeing the full picture at a glance.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3291840"/>
            <a:ext cx="2377440" cy="274320"/>
          </a:xfrm>
          <a:prstGeom prst="rect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3621024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scrollable trip view with contextual event markers on the map.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87552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1155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Hierarchy on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09344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fuel, drive distance, idle time and habits are presented with equal visual weight. There's no way to know what's most important or actionable.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64992" y="3291840"/>
            <a:ext cx="23774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64992" y="3621024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summary card with drill-down for secondary metrics.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987552"/>
            <a:ext cx="2697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87552"/>
            <a:ext cx="26974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1155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Drive Filters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1609344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date-range filter panel is hidden with no clear affordance. New users won't discover 'Last 30 days' or custom date range without trial and error.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91072" y="3291840"/>
            <a:ext cx="23774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91072" y="3621024"/>
            <a:ext cx="2377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filter chips above the list — visible at all times.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Color-Only Speed Visualization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37856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Bouncie's speed bands use color as the only signal — green, yellow, orange, red, purple. No labels on the road, no speed numbers visible without opening the legend. This fails colorblind users and creates a steep learning curve for new users.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BOUNCIE'S LEGEND (floating, off-screen by default):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3273552"/>
            <a:ext cx="5029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0–35 MPH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01568" y="329184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11880" y="32735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only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" y="3529584"/>
            <a:ext cx="502920" cy="201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529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 MPH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01568" y="354787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3547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11880" y="35295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8912" y="3785616"/>
            <a:ext cx="502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 MPH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1568" y="3803904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8039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11880" y="3785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only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" y="4041648"/>
            <a:ext cx="50292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 MPH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1568" y="4059936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4059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11880" y="40416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only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" y="4297680"/>
            <a:ext cx="502920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297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MPH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01568" y="4315968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4315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11880" y="42976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only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1005840"/>
            <a:ext cx="4160520" cy="384048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00584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OPPORTUNITY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1481328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speed labels on the road segments — no legend required. Users see actual numbers at a glance.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28032" y="233172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add: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28032" y="2706624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706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38928" y="2651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limit indicator (e.g. +12 MPH over)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28032" y="31821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182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38928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+ color dual encoding for accessibility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28032" y="3657600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6576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38928" y="36027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mini-legend anchored to map corner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28032" y="413308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38928" y="40782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Tap-to-see-speed on any road segment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  ·   Accessibility concern — fails WCAG 1.4.1 (Use of Color)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Flat Settings — No Progressive Disclosure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926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926080" cy="438912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926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146304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190195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Geo-Zones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190195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2926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408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44368" y="2340864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" y="27797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Acceleration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4368" y="2779776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2926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1868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Braking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44368" y="3218688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" y="3657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Curfews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44368" y="3657600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096512"/>
            <a:ext cx="2926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09651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Start and 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44368" y="4096512"/>
            <a:ext cx="228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10128" y="2084832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1005840"/>
            <a:ext cx="4983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0" y="1005840"/>
            <a:ext cx="49834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5072" y="11338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FAILURES IN SETTINGS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05072" y="1536192"/>
            <a:ext cx="4663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15910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descriptions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33088" y="18288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bare label. Users have no idea what 'Impact Detection' does until they tap it.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05072" y="2304288"/>
            <a:ext cx="4663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33088" y="23591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grouping or hierarchy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33088" y="25968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alerts, behavior tracking, and time rules are all one flat list. No mental model for the user.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05072" y="3072384"/>
            <a:ext cx="4663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33088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inline previews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33088" y="3364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alert thresholds aren't visible without drilling in — users can't confirm their settings at a glance.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05072" y="3840480"/>
            <a:ext cx="46634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33088" y="38953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recommended defaults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33088" y="41330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users have zero guidance on what to set. No tooltips, no setup prompts, no presets.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40480" y="4645152"/>
            <a:ext cx="4983480" cy="201168"/>
          </a:xfrm>
          <a:prstGeom prst="rect">
            <a:avLst/>
          </a:prstGeom>
          <a:solidFill>
            <a:srgbClr val="FDE8EA"/>
          </a:solidFill>
          <a:ln w="12700">
            <a:solidFill>
              <a:srgbClr val="FDE8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64515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   ·   Raises support burden, lowers user confidence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68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Gap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96012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Gap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9601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Affected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80760" y="9601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8040" y="960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517904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138988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Context Switch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38988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1790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179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78040" y="13898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956816"/>
            <a:ext cx="8595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084832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00200" y="1956816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 Onboarding Wizard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1956816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08483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78040" y="195681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523744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2651760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00200" y="2523744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Circles-Only Geofencing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2523744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Business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65176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252374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090672"/>
            <a:ext cx="8595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" y="3218688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600200" y="3090672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Trip Data Architecture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26280" y="309067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21868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2186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78040" y="309067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" y="3785616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00200" y="3657600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Color-Only Speed Bands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26280" y="365760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26480" y="3785616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785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78040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4224528"/>
            <a:ext cx="8595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2336" y="4352544"/>
            <a:ext cx="274320" cy="274320"/>
          </a:xfrm>
          <a:prstGeom prst="ellipse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600200" y="422452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Settings / No Disclosure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26280" y="4224528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435254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4352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78040" y="42245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HIGH severity gaps  ·  4 MEDIUM severity gaps  ·  3 low-effort quick wins available immediately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731520"/>
            <a:ext cx="3200400" cy="3200400"/>
          </a:xfrm>
          <a:prstGeom prst="ellipse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1645920" cy="1645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38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TRACKLYNK WINS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Competitive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in UX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670048" cy="1170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" y="2496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native onboarding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278892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browser hand-offs. Setup — device, subscription, fleet — stays entirely inside the app.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2148840"/>
            <a:ext cx="2670048" cy="1170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21488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2496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Fleet-first experience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278892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 multi-vehicle setup, role-based views, and batch config from day one.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53912" y="2148840"/>
            <a:ext cx="2670048" cy="1170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53912" y="2148840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2240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18504" y="24963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18504" y="2788920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any shape. Precision controls. Real-world site accuracy for every persona.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73936" y="3438144"/>
            <a:ext cx="2670048" cy="1170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773936" y="3438144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38528" y="35295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37856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trip view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938528" y="407822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clear hierarchy, contextual insights — not a tab-hunting expedition.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90872" y="3438144"/>
            <a:ext cx="2670048" cy="1170432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3438144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35295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55464" y="37856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speed viz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55464" y="4078224"/>
            <a:ext cx="2414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labels + color dual encoding. Every user — colorblind or not — reads the map instantly.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A3B"/>
          </a:solidFill>
          <a:ln w="12700">
            <a:solidFill>
              <a:srgbClr val="1E2A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  ·  Phase 1 UX Competitive Analysis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Bouncie UX Audit</dc:title>
  <dc:subject>PptxGenJS Presentation</dc:subject>
  <dc:creator>Tracklynk UX Team</dc:creator>
  <cp:lastModifiedBy>Tracklynk UX Team</cp:lastModifiedBy>
  <cp:revision>1</cp:revision>
  <dcterms:created xsi:type="dcterms:W3CDTF">2026-04-15T11:28:12Z</dcterms:created>
  <dcterms:modified xsi:type="dcterms:W3CDTF">2026-04-15T11:28:12Z</dcterms:modified>
</cp:coreProperties>
</file>