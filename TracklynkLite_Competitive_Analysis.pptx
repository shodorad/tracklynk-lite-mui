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Bouncie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GPS &amp; Location</c:v>
                  </c:pt>
                  <c:pt idx="1">
                    <c:v>OBD Diagnostics</c:v>
                  </c:pt>
                  <c:pt idx="2">
                    <c:v>Driver Behavior</c:v>
                  </c:pt>
                  <c:pt idx="3">
                    <c:v>Safety &amp; Security</c:v>
                  </c:pt>
                  <c:pt idx="4">
                    <c:v>Fleet Management</c:v>
                  </c:pt>
                  <c:pt idx="5">
                    <c:v>Alerts &amp; Notifications</c:v>
                  </c:pt>
                  <c:pt idx="6">
                    <c:v>Mobile App UX</c:v>
                  </c:pt>
                  <c:pt idx="7">
                    <c:v>Integrations</c:v>
                  </c:pt>
                  <c:pt idx="8">
                    <c:v>Hardware</c:v>
                  </c:pt>
                  <c:pt idx="9">
                    <c:v>Pricing Value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</c:v>
                </c:pt>
                <c:pt idx="1">
                  <c:v>6</c:v>
                </c:pt>
                <c:pt idx="2">
                  <c:v>6.5</c:v>
                </c:pt>
                <c:pt idx="3">
                  <c:v>5.5</c:v>
                </c:pt>
                <c:pt idx="4">
                  <c:v>5</c:v>
                </c:pt>
                <c:pt idx="5">
                  <c:v>4.5</c:v>
                </c:pt>
                <c:pt idx="6">
                  <c:v>8.5</c:v>
                </c:pt>
                <c:pt idx="7">
                  <c:v>4</c:v>
                </c:pt>
                <c:pt idx="8">
                  <c:v>7</c:v>
                </c:pt>
                <c:pt idx="9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TracklynkLite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GPS &amp; Location</c:v>
                  </c:pt>
                  <c:pt idx="1">
                    <c:v>OBD Diagnostics</c:v>
                  </c:pt>
                  <c:pt idx="2">
                    <c:v>Driver Behavior</c:v>
                  </c:pt>
                  <c:pt idx="3">
                    <c:v>Safety &amp; Security</c:v>
                  </c:pt>
                  <c:pt idx="4">
                    <c:v>Fleet Management</c:v>
                  </c:pt>
                  <c:pt idx="5">
                    <c:v>Alerts &amp; Notifications</c:v>
                  </c:pt>
                  <c:pt idx="6">
                    <c:v>Mobile App UX</c:v>
                  </c:pt>
                  <c:pt idx="7">
                    <c:v>Integrations</c:v>
                  </c:pt>
                  <c:pt idx="8">
                    <c:v>Hardware</c:v>
                  </c:pt>
                  <c:pt idx="9">
                    <c:v>Pricing Value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9.5</c:v>
                </c:pt>
                <c:pt idx="1">
                  <c:v>9</c:v>
                </c:pt>
                <c:pt idx="2">
                  <c:v>9</c:v>
                </c:pt>
                <c:pt idx="3">
                  <c:v>9.5</c:v>
                </c:pt>
                <c:pt idx="4">
                  <c:v>9</c:v>
                </c:pt>
                <c:pt idx="5">
                  <c:v>9</c:v>
                </c:pt>
                <c:pt idx="6">
                  <c:v>9</c:v>
                </c:pt>
                <c:pt idx="7">
                  <c:v>8.5</c:v>
                </c:pt>
                <c:pt idx="8">
                  <c:v>8</c:v>
                </c:pt>
                <c:pt idx="9">
                  <c:v>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9728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ANALYSIS &amp; USER RESEARCH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TracklynkLite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Bouncie — Fleet-Grade Tracking at SMB Pricing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109 features across 10 categories, 15,000+ user reviews, and independent field testing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Radiant Digital  |  April 2026  |  Prepared for Stakeholder Review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9728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78638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54864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887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1887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49040" y="118872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we're building for — 3 fleet-focused personas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78638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664208"/>
            <a:ext cx="54864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642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16642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Landscape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166420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handle onboarding, tracking, alerts &amp; fleet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139696"/>
            <a:ext cx="78638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139696"/>
            <a:ext cx="54864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1396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21396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749040" y="213969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Bouncie falls short — critical fleet failures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615184"/>
            <a:ext cx="78638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2615184"/>
            <a:ext cx="54864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261518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261518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Feature-by-Feature Response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49040" y="261518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 to every Bouncie feature + improvements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090672"/>
            <a:ext cx="78638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090672"/>
            <a:ext cx="54864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0906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17320" y="30906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Comparison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309067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experience vs our improved experience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566160"/>
            <a:ext cx="78638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3566160"/>
            <a:ext cx="54864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5661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17320" y="356616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Scorecard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49040" y="356616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across all 10 categories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041648"/>
            <a:ext cx="78638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4041648"/>
            <a:ext cx="54864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40416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17320" y="40416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749040" y="404164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$10B+ fleet tracking market gap we fill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4517136"/>
            <a:ext cx="78638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40080" y="4517136"/>
            <a:ext cx="54864" cy="4023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451713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417320" y="451713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Advantage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749040" y="451713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TracklynkLite's competitive positioning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Personas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fleet-focused personas — built from 15,000+ reviews and independent field research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976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51560" y="475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Delgado — The Family Guardian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 |  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TX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1691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of two teen drivers. Needs peace of mind, not data.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my kids are — instantly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alerted to dangerous driving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car emergency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 with Bouncie: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alerts arrive AFTER trip ends — can't intervene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 when engine off — can't find stolen car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detection failed in real accidents (App Store)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931920" cy="1188720"/>
          </a:xfrm>
          <a:prstGeom prst="rect">
            <a:avLst/>
          </a:prstGeom>
          <a:solidFill>
            <a:srgbClr val="E8F1FC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37760" y="1097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F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just want to know my daughter got to school safely. I don't need RPM charts.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937760" y="1874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Synthesized from App Store parent reviews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54880" y="2377440"/>
            <a:ext cx="3931920" cy="11887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37760" y="2468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TracklynkLite Answer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27432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Engine-off tracking so you always know where the car 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voltage graph, not just Good/Bad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crash detection with redundant validation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map-first UI — zero learning curve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840480"/>
            <a:ext cx="81381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3840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use case in reviews: parents monitoring teen drivers  |  4.8★ iOS but 2.2★ Trustpilot  |  Speed alerts arrive after trip ends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976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02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51560" y="475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Ray Nguyen — The Small Business Owner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 |  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Landscaping, 6 vans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1691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growing landscaping business. Needs to stop fuel waste and ensure crews are where they should be.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6 vans from one screen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fuel costs and stop after-hours usage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mileage data for taxes and billing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 with Bouncie: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alerts arrive after trip — can't stop speeding crew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geofences don't match real job sites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ELD compliance — DOT fleets can't rely on it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931920" cy="118872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37760" y="1097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landscaping business saved $1,537/year switching to Bouncie by optimizing routes. Imagine what better tools could do.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937760" y="1874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ReadyBusinessSystems verified case study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54880" y="2377440"/>
            <a:ext cx="3931920" cy="118872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37760" y="2468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TracklynkLite Answer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27432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speed alerts — intervene mid-trip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geofences matching real job site shapes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 compliance roadmap for DOT fleets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cost analysis — no CSV export needed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840480"/>
            <a:ext cx="81381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3840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Bouncie: $8/mo ($6.70-7.70 bulk)  |  No ELD, no dashcam, no fuel card integration  |  Not ideal for 50+ vehicles (MotoTechGPS)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2976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74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03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51560" y="4754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Dave Kowalski — The Fleet Operations Manager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3840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 |  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delivery vehicles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169164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 mid-size delivery fleet. Needs enterprise features at SMB pricing.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supervisors vs dispatchers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scores and accountability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map with custom job locations</a:t>
            </a: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endParaRPr lang="en-US" sz="10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Frustrations with Bouncie: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dashcam — zero video evidence capability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ideal for 50+ vehicles (confirmed by reviews)</a:t>
            </a:r>
            <a:endParaRPr lang="en-US" sz="1050" dirty="0"/>
          </a:p>
          <a:p>
            <a:pPr marL="342900" indent="-342900">
              <a:lnSpc>
                <a:spcPct val="95000"/>
              </a:lnSpc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ELD, no fuel cards, no work order integration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3931920" cy="118872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37760" y="10972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employ drivers and supply them with vans. Bouncie alerts me when they start their vehicles. But I need more fleet tools.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4937760" y="18745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App Store review, fleet operator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54880" y="2377440"/>
            <a:ext cx="3931920" cy="118872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37760" y="2468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TracklynkLite Answer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937760" y="27432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Dashcam integration roadmap — video evidence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200 vehicles with sub-fleet grouping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card + work order integration planned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map with named custom locations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" y="3840480"/>
            <a:ext cx="81381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3840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ceiling: ~50 vehicles  |  Samsara/Geotab: $27-50/mo  |  TracklynkLite: fleet-grade at $12-18/mo for 5-200 vehicles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2F6FD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F6F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Bouncie Today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handle onboarding, vehicle tracking, diagnostics, alerts, and fleet management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Bouncie Design Philosophy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7280" cy="32004"/>
          </a:xfrm>
          <a:prstGeom prst="rect">
            <a:avLst/>
          </a:prstGeom>
          <a:solidFill>
            <a:srgbClr val="2F6FD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"Map-First Minimalism" — 4.8★ iOS but 2.2★ Trustpilot (~1,000 reviews). Fleet users tell a different story.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2F6FD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= map only. Details on demand. Zero onboarding friction. User never sees all data at once.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54864" cy="1371600"/>
          </a:xfrm>
          <a:prstGeom prst="rect">
            <a:avLst/>
          </a:prstGeom>
          <a:solidFill>
            <a:srgbClr val="2F6FD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463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Affective Design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is supportive, not surveillance. 'Driving Insights' not 'Driver Monitoring'. Trust-building tone.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26080"/>
            <a:ext cx="54864" cy="1371600"/>
          </a:xfrm>
          <a:prstGeom prst="rect">
            <a:avLst/>
          </a:prstGeom>
          <a:solidFill>
            <a:srgbClr val="2F6FD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as Feature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options = faster decisions. No polygon geofences, no RPM, no emission scores. Deliberate simplicity.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9260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26080"/>
            <a:ext cx="54864" cy="1371600"/>
          </a:xfrm>
          <a:prstGeom prst="rect">
            <a:avLst/>
          </a:prstGeom>
          <a:solidFill>
            <a:srgbClr val="2F6FD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Consumer-Grade Clarity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setup (buy → plug in → download → drive). 15-sec refresh. Color-coded speed bands — no numbers needed.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works for consumers. But fleet operators hit a ceiling: no dashcam, no ELD, delayed alerts, and reviews confirm it's not ideal for 50+ vehicles.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Bouncie — Feature Snapshot (What Works)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097280" cy="32004"/>
          </a:xfrm>
          <a:prstGeom prst="rect">
            <a:avLst/>
          </a:prstGeom>
          <a:solidFill>
            <a:srgbClr val="2F6FD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0160"/>
            <a:ext cx="411480" cy="411480"/>
          </a:xfrm>
          <a:prstGeom prst="ellipse">
            <a:avLst/>
          </a:prstGeom>
          <a:solidFill>
            <a:srgbClr val="2F6FD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38074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&amp; Location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3000" y="1417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15-sec refresh, Day View, color-coded speed bands, unlimited trip history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05156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00600" y="1280160"/>
            <a:ext cx="411480" cy="411480"/>
          </a:xfrm>
          <a:prstGeom prst="ellipse">
            <a:avLst/>
          </a:prstGeom>
          <a:solidFill>
            <a:srgbClr val="2F6FD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184" y="138074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143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 Diagnostics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349240" y="1417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 code reading in plain English, check engine alerts, maintenance scheduler with custom tasks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" y="22860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94360" y="2514600"/>
            <a:ext cx="411480" cy="411480"/>
          </a:xfrm>
          <a:prstGeom prst="ellipse">
            <a:avLst/>
          </a:prstGeom>
          <a:solidFill>
            <a:srgbClr val="2F6FD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61518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143000" y="2651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detection + auto-SMS (but failures reported in real accidents), 3 roadside claims/yr, weather alerts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663440" y="22860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00600" y="2514600"/>
            <a:ext cx="411480" cy="411480"/>
          </a:xfrm>
          <a:prstGeom prst="ellipse">
            <a:avLst/>
          </a:prstGeom>
          <a:solidFill>
            <a:srgbClr val="2F6FD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615184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2377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Behavior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349240" y="26517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Speed/braking/acceleration with 3-level sensitivity, driver safety score ring gauge 0-100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35204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94360" y="3749040"/>
            <a:ext cx="411480" cy="411480"/>
          </a:xfrm>
          <a:prstGeom prst="ellipse">
            <a:avLst/>
          </a:prstGeom>
          <a:solidFill>
            <a:srgbClr val="2F6FD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3849624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4300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1143000" y="3886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vehicles, web + mobile dashboard, role-based access, CSV data export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663440" y="35204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800600" y="3749040"/>
            <a:ext cx="411480" cy="411480"/>
          </a:xfrm>
          <a:prstGeom prst="ellipse">
            <a:avLst/>
          </a:prstGeom>
          <a:solidFill>
            <a:srgbClr val="2F6FD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3849624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49240" y="3611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5349240" y="38862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SMS + email, geofence, speed, curfew — BUT speed alerts sent at END of trip, not real-time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DC262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Bouncie falls short — and where TracklynkLite delivers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Gaps in Bouncie's Experience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097280" cy="320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606040" y="10058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86600" y="1005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37160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Engine-Off Tracking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371600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137160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completely offline when engine stops. #1 most-cited limitation. Can't find stolen vehicle.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086600" y="1371600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01368"/>
            <a:ext cx="8229600" cy="3931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1801368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Speed Alerts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06040" y="1801368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180136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alerts sent AFTER trip ends (confirmed by Bouncie Help Center). Fleet managers can't intervene mid-event.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086600" y="180136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Ray, Dave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231136"/>
            <a:ext cx="82296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231136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Dashcam Integration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06040" y="2231136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23113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video evidence. Samsara/Verizon offer AI dashcams. No way to verify incidents or defend claims.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86600" y="2231136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60904"/>
            <a:ext cx="8229600" cy="3931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660904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ELD Compliance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2660904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2660904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FMCSA-certified Electronic Logging Device. DOT-regulated fleets cannot use for Hours of Service.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86600" y="2660904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090672"/>
            <a:ext cx="82296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090672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Circles-Only Geofencing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06040" y="3090672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309067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sites aren't circular. Fleet managers need polygon boundaries for real geography.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86600" y="3090672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Ray, Dave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520440"/>
            <a:ext cx="8229600" cy="3931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520440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Vehicle Ceiling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06040" y="3520440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383280" y="352044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reviews confirm Bouncie is 'not ideal for 50+ vehicle fleets.' Acknowledged in positioning.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086600" y="3520440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950208"/>
            <a:ext cx="82296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3950208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Drain on Parked Fleet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06040" y="3950208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83280" y="395020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wakes car every 15 min. Battery drain confirmed on vehicles parked 3-4+ days (weekends).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086600" y="3950208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Ray, Dave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379976"/>
            <a:ext cx="8229600" cy="39319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379976"/>
            <a:ext cx="20116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Fuel Card / Work Orders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606040" y="4379976"/>
            <a:ext cx="731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383280" y="437997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fuel card or maintenance work order integration. Requires CSV export + manual tools.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086600" y="4379976"/>
            <a:ext cx="1463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Ray, Dave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Feature-by-Feature Response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Bouncie feature, this is our answer — and where we do better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GPS &amp; Location + Driver Behavior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640080" y="685800"/>
            <a:ext cx="109728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Bouncie Today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TracklynkLite Response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0" y="868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15-sec GPS refresh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15-sec refresh + engine-off hourly pings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0" y="1234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00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View — all trips on one canvas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1600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View retained + stop-time duration overlay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0" y="1600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6596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965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speed bands on route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bands retained — signature UX feature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0" y="1965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6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geofences only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2331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geofences — any shape on map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0" y="23317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69748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697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/ CA / MX coverage only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SIM — 200+ countries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80960" y="2697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8412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063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 braking/accel sensitivity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3-level sensitivity + rough cornering detection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80960" y="3063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42900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429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score ring gauge 0-100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fleet leaderboard + driver tournaments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80960" y="3429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794760"/>
            <a:ext cx="8412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794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GPS-estimated idle (5-min threshold)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40480" y="3794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OBD-confirmed idle — per-second accuracy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80960" y="3794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16052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160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alerts sent AFTER trip ends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40480" y="4160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speed alerts — intervene mid-event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80960" y="41605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526280"/>
            <a:ext cx="8412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min data transmission delays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840480" y="4526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Sub-minute data delivery for fleet dispatch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680960" y="4526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We improve on Bouncie   </a:t>
            </a:r>
            <a:pPr indent="0" marL="0">
              <a:buNone/>
            </a:pPr>
            <a:r>
              <a:rPr lang="en-US" sz="1050" b="1" dirty="0">
                <a:solidFill>
                  <a:srgbClr val="2F6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We retain their strength   </a:t>
            </a:r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Feature Bouncie doesn't offer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OBD Diagnostics + Safety &amp; Security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640080" y="685800"/>
            <a:ext cx="109728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Bouncie Today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TracklynkLite Response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0" y="868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 code reading (plain English)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 reading retained + repair cost estimates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0" y="1234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00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Battery: Good/Bad binary only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1600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voltage + historical trend graph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0" y="1600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6596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965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% on compatible vehicles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% + fill-up detection + cost analysis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0" y="1965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dashcam — zero video capability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2331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Dashcam integration planned — video evidence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0" y="23317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69748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697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ELD compliance (not FMCSA-certified)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 compliance roadmap for DOT fleets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80960" y="2697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8412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063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detection (failures reported)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crash validation + auto-SMS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80960" y="3063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42900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429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engine-off stolen vehicle tracking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engine-off GPS pings for theft recovery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80960" y="3429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794760"/>
            <a:ext cx="8412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794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towing detection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40480" y="3794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Engine-off movement detection (tow alert)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80960" y="3794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16052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160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drains parked vehicles (3-4 days)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40480" y="4160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sleep mode — minimal parked battery draw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80960" y="41605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526280"/>
            <a:ext cx="8412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free roadside claims/yr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840480" y="4526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assistance included — matching Bouncie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680960" y="4526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6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We improve on Bouncie   </a:t>
            </a:r>
            <a:pPr indent="0" marL="0">
              <a:buNone/>
            </a:pPr>
            <a:r>
              <a:rPr lang="en-US" sz="1050" b="1" dirty="0">
                <a:solidFill>
                  <a:srgbClr val="2F6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We retain their strength   </a:t>
            </a:r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Feature Bouncie doesn't offer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Management + Alerts + App UX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640080" y="685800"/>
            <a:ext cx="109728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Bouncie Today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TracklynkLite Response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680960" y="868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ideal for 50+ vehicles (reviews)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12344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5-200 vehicles with sub-fleet grouping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80960" y="12344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002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 dashboard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1600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unified web + mobile with fleet views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0" y="1600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196596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965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only for cost analysis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cost reporting + idle time analysis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80960" y="19659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dispatch map with custom locations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2331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custom locations on fleet map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0" y="23317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69748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697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fuel card / work order integration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card + work order system integration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80960" y="2697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8412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0632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(reliability issues)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0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push with deep-link to event detail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80960" y="3063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42900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429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weather alerts (Bouncie unique)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weather alerts retained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80960" y="34290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6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794760"/>
            <a:ext cx="8412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7947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Map-first home screen (simple)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40480" y="3794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Map-first retained + progressive data panels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80960" y="37947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160520"/>
            <a:ext cx="841248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160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driver gamification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840480" y="4160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driver tournaments + fleet leaderboard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80960" y="41605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526280"/>
            <a:ext cx="8412480" cy="34747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526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$8/mo ($6.70 bulk) — consumer pricing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840480" y="45262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$12-18/mo — fleet-grade at SMB pricing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680960" y="45262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9" name="Text 47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We improve on Bouncie   </a:t>
            </a:r>
            <a:pPr indent="0" marL="0">
              <a:buNone/>
            </a:pPr>
            <a:r>
              <a:rPr lang="en-US" sz="1050" b="1" dirty="0">
                <a:solidFill>
                  <a:srgbClr val="2F6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We retain their strength   </a:t>
            </a:r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Feature Bouncie doesn't offer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59669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 Comparison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experience vs. our improved experience — side by side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Experience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685800"/>
            <a:ext cx="109728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solidFill>
            <a:srgbClr val="2F6FD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BOUNCIE TODAY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5087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Buy device (~$67)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Amazon purchase, ships in box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Plug into OBD-II port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steering column, no tools needed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Download app + create account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email signup, add vehicle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Drive — tracking starts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auto-activates on first drive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for Fleet: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fleet onboarding wizard (bulk vehicle add)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 setup for managers vs drivers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geofence batch creation for job sites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TRACKLYNKLITE IMPROVED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5087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Same simple hardware setup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retained — same simplicity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Guided onboarding wizard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alert setup, geofence creation, persona-based config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Fleet-aware first run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vehicles?" — bulk add, role setup, geofence batch creation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Feature discovery prompts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tips surface features at right moment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Improvement: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vehicle setup — add 20 vehicles in minutes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Manager/driver roles configured from day one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active immediately, not post-trip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Tracking Experience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685800"/>
            <a:ext cx="109728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14400"/>
            <a:ext cx="137160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Alerts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83080" y="914400"/>
            <a:ext cx="32004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874520" y="9144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AFTER trip ends. Fleet managers can't intervene. Confirmed by Bouncie Help Center.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0" y="914400"/>
            <a:ext cx="37490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914400"/>
            <a:ext cx="45720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166360" y="9144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fire instantly. Call drivers mid-speeding event.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600200"/>
            <a:ext cx="137160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002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Off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83080" y="1600200"/>
            <a:ext cx="320040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1874520" y="16002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completely offline. No location. #1 customer complaint.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0" y="1600200"/>
            <a:ext cx="374904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1600200"/>
            <a:ext cx="45720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166360" y="16002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GPS pings even with engine off. Stolen vehicle recovery.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137160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2860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Geofencing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783080" y="2286000"/>
            <a:ext cx="32004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874520" y="22860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 only — pinch to resize. Works for homes, not job sites.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0" y="2286000"/>
            <a:ext cx="37490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0" y="2286000"/>
            <a:ext cx="45720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22860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geofences — draw boundaries matching real geography.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971800"/>
            <a:ext cx="137160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9718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Detection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83080" y="2971800"/>
            <a:ext cx="320040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1874520" y="29718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estimate: stationary for 5+ min = idle. Inaccurate for billing.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0" y="2971800"/>
            <a:ext cx="374904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0" y="2971800"/>
            <a:ext cx="45720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29718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OBD-confirmed: engine-running + GPS-stationary = true idle.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657600"/>
            <a:ext cx="137160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6576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Delay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83080" y="3657600"/>
            <a:ext cx="320040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1874520" y="36576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minute transmission delays documented (SafeWise). Stale dispatch data.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0" y="3657600"/>
            <a:ext cx="374904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5029200" y="3657600"/>
            <a:ext cx="45720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36576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Sub-minute data delivery. Dispatch decisions on live positions.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343400"/>
            <a:ext cx="1371600" cy="56692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3434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Drain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783080" y="4343400"/>
            <a:ext cx="320040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1874520" y="43434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Wakes car every 15 min. Drains vehicles parked 3-4+ days (weekends).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0" y="4343400"/>
            <a:ext cx="3749040" cy="56692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4" name="Shape 42"/>
          <p:cNvSpPr/>
          <p:nvPr/>
        </p:nvSpPr>
        <p:spPr>
          <a:xfrm>
            <a:off x="5029200" y="4343400"/>
            <a:ext cx="45720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5" name="Text 43"/>
          <p:cNvSpPr/>
          <p:nvPr/>
        </p:nvSpPr>
        <p:spPr>
          <a:xfrm>
            <a:off x="5166360" y="43434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sleep mode. Fleet vehicles safe over weekends.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286000" y="4937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Bouncie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486400" y="49377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TracklynkLite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D97706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Scorecard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across all 10 categories — Bouncie vs TracklynkLite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Scorecard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685800"/>
            <a:ext cx="1097280" cy="32004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85039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109728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5603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$10B+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 fleet tracking market (14.1% CAGR)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2.2★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Trustpilot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reviews vs 4.8★ iOS App Store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5603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Gaps Found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alerts + no engine-off tracking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5603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109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Analyzed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 categories, 30 feature rows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5603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01752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329184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Mapped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to Samsara ($4-50/mo)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560320" cy="15544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01752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$12-18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612648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Price Point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2648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Fleet-grade at SMB pricing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Tracking Market Opportunity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109728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$10B+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 Tracker Market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market size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14.1%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Growth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tracking market to 2033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137160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5603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15-20%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SMBs after GPS adoption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the Market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2004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trackers (Bouncie $8/mo, Vyncs $4-8/mo):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cheap — but delayed alerts, no dashcam, no ELD, no dispatch. Ceiling at ~50 vehicles.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platforms (Samsara $27-50/mo + hardware, Geotab $30-40/mo):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Full-featured but require 1-3 year contracts, $99-148 hardware per vehicle. Over-built for 5-50 vehicle fleets.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TracklynkLite fills the gap at $12-18/mo: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alerts, engine-off tracking, polygon geofences, full API — fleet-grade features without enterprise pricing or contracts.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Fortune Business Insights, SkyQuest, Grand View Research, Straits Research — Vehicle Tracking System Market Reports 2026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Bouncie's Fleet-Specific Failures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685800"/>
            <a:ext cx="1097280" cy="3200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from independent web research — Trustpilot, Amazon, SafeWise, App Store, fleet operator reviews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31720" y="1097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0896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Impact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69480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417320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1732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Alerts Arrive AFTER Parking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31720" y="141732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108960" y="141732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Bouncie's own docs confirm driving events are 'reported at the end of a trip.' Fleet managers can't intervene mid-speeding. Useless for real-time driver safety.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69480" y="14173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Bouncie Help Center + SafeWise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1865376"/>
            <a:ext cx="841248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86537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Trustpilot: 2.2/5 Stars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31720" y="186537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08960" y="186537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Trustpilot reviews rate Bouncie 2.2/5 — vs 4.8 on App Store. Business/fleet users skew to Trustpilot. Complaints: crash detection failures, 30mph speed inaccuracies.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69480" y="186537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Trustpilot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313432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31343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Dashcam Integration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31720" y="231343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108960" y="231343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camera support. Enterprise competitors (Samsara, Verizon Connect) offer AI dash cams as core fleet safety feature. Bouncie has no video evidence capability.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9480" y="231343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Bouncie.com feature audit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2761488"/>
            <a:ext cx="841248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76148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ELD Compliance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31720" y="27614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108960" y="27614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certified Electronic Logging Device for Hours of Service. Fleets with DOT obligations cannot use Bouncie as their compliance solution.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69480" y="276148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comparison research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3209544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2095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Vehicle Ceiling Acknowledged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31720" y="320954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108960" y="320954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independent reviews confirm Bouncie 'is not ideal for 50+ vehicle fleets.' Bouncie themselves position against Geotab/Samsara for larger operations.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69480" y="320954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MotoTechGPS, ReadyBusiness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3657600"/>
            <a:ext cx="841248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6576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Drain on Parked Vehicles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31720" y="36576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108960" y="36576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wakes car every 15 min. Confirmed battery drain on vehicles sitting 3-4 days. Fleet vehicles parked on weekends are vulnerable.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269480" y="36576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DontPickIt, Amazon reviews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105656"/>
            <a:ext cx="8412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10565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2-5 Minute Data Transmission Delays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331720" y="410565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108960" y="4105656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SafeWise documented 'occasional two- to five-minute delays in transmitting data.' For fleet dispatch, stale data = wrong decisions.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69480" y="410565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SafeWise review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4553712"/>
            <a:ext cx="841248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55371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Fuel Card / Work Order Integration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331720" y="455371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108960" y="4553712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integration with fuel card providers or maintenance work order systems. Fleet ops require CSV export + manual external tools.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69480" y="455371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audit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 Landscape — Where TracklynkLite Fits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685800"/>
            <a:ext cx="109728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60120"/>
            <a:ext cx="85953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600200" y="960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Cost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560320" y="9601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Size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29000" y="960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Dashcam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0" y="960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17720" y="960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120640" y="9601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72200" y="960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371600"/>
            <a:ext cx="85953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37160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00200" y="137160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$8/mo*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137160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0" y="137160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13716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13716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20640" y="13716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Delayed**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72200" y="13716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Parents, micro-fleets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1847088"/>
            <a:ext cx="859536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18470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Linxup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184708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$20-25/mo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0" y="184708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184708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0" y="18470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17720" y="18470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18470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18470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fleets, driver scores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2322576"/>
            <a:ext cx="85953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232257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MOTOsafety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00200" y="23225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$20/mo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60320" y="232257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29000" y="232257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0" y="2322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17720" y="232257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20640" y="232257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72200" y="232257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drivers only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2798064"/>
            <a:ext cx="859536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279806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Vyncs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600200" y="279806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$4-8/mo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60320" y="279806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29000" y="279806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114800" y="27980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17720" y="279806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20640" y="27980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72200" y="279806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Budget-conscious personal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74320" y="3273552"/>
            <a:ext cx="859536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327355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Geotab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600200" y="327355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$30-40/mo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60320" y="3273552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10-10K+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429000" y="327355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0" y="327355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617720" y="327355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20640" y="327355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172200" y="32735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Enterprise, data-heavy fleets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3749040"/>
            <a:ext cx="8595360" cy="438912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37490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Samsara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600200" y="37490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$27-50/mo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560320" y="374904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50-5K+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429000" y="374904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Cam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114800" y="37490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617720" y="374904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120640" y="374904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172200" y="374904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to enterprise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74320" y="4224528"/>
            <a:ext cx="8595360" cy="438912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68" name="Shape 66"/>
          <p:cNvSpPr/>
          <p:nvPr/>
        </p:nvSpPr>
        <p:spPr>
          <a:xfrm>
            <a:off x="274320" y="4224528"/>
            <a:ext cx="54864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9" name="Text 67"/>
          <p:cNvSpPr/>
          <p:nvPr/>
        </p:nvSpPr>
        <p:spPr>
          <a:xfrm>
            <a:off x="365760" y="42245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TracklynkLite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600200" y="42245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$12-18/mo*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2560320" y="4224528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5-200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429000" y="422452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0" y="42245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617720" y="42245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120640" y="422452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172200" y="422452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fleets — the gap filler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Bouncie bulk: $6.70-7.70/mo for 3+ vehicles. ** Speed alerts confirmed to arrive after trip ends (Bouncie Help Center). TracklynkLite pricing proposed.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TracklynkLite Fleet Advantage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685800"/>
            <a:ext cx="109728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fleet operators actually need — and what only we deliver at this price point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26187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312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1612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Real-Time Alerts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6012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geofence, and safety alerts fire instantly — not after the trip ends. Fleet managers can call drivers mid-event.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3168" y="126187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353312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1612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Engine-Off Tracking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25780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GPS pings when engine is off. Find stolen vehicles. Know if fleet is parked where it should be overnight.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65760" y="201168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" y="217627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67712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20756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Geofences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96012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any shape — job sites, delivery zones, restricted areas. Real geography isn't circular.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663440" y="201168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73168" y="217627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2267712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800" y="20756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Map + Custom Locations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257800" y="2331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job sites on fleet map. Vehicle arrival/departure logging. Time-on-site auditing for billing.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65760" y="292608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5488" y="309067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182112"/>
            <a:ext cx="182880" cy="1828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0120" y="2990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OBD-Confirmed Idle Detection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96012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idle = engine running + vehicle stationary (OBD data). Not a 5-minute GPS guess. Accurate billing.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4663440" y="292608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773168" y="309067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182112"/>
            <a:ext cx="182880" cy="1828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257800" y="2990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+ Webhooks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25780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push to your systems. Build custom dashboards, integrate with your dispatch, sync with accounting.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365760" y="384048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475488" y="400507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096512"/>
            <a:ext cx="182880" cy="18288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60120" y="3904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 Leaderboards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96012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tournaments + community ranking. Gamify safe driving. Reduce accidents and insurance costs.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4663440" y="384048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773168" y="4005072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4096512"/>
            <a:ext cx="182880" cy="18288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257800" y="39044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Vehicle Health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525780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voltage graph (not Good/Bad), emission scoring, recall alerts by VIN, RPM monitoring.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891B2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22960"/>
            <a:ext cx="13716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Bottom Line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Bouncie built a great consumer tracker. But fleet operators need real-time alerts, engine-off tracking, polygon geofences, dispatch tools, and integrations — none of which Bouncie delivers.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platforms (Samsara, Geotab) solve these problems at $30-50/mo. TracklynkLite solves them at $12-18/mo.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gap. That's the opportunity. That's why we build this.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Radiant Digital  |  TracklynkLite Competitive Analysis  |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TracklynkLite — Competitive Analysis &amp; User Research</dc:title>
  <dc:subject>PptxGenJS Presentation</dc:subject>
  <dc:creator>Radiant Digital</dc:creator>
  <cp:lastModifiedBy>Radiant Digital</cp:lastModifiedBy>
  <cp:revision>1</cp:revision>
  <dcterms:created xsi:type="dcterms:W3CDTF">2026-04-14T10:08:02Z</dcterms:created>
  <dcterms:modified xsi:type="dcterms:W3CDTF">2026-04-14T10:08:02Z</dcterms:modified>
</cp:coreProperties>
</file>